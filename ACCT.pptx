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PT Serif"/>
      <p:regular r:id="rId16"/>
    </p:embeddedFon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64977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ACCT 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3925119" y="1886843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Server Migration x Web renew 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925119" y="2873871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3925119" y="355163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9037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73771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59620"/>
            <a:ext cx="2622724" cy="19050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06856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升級原因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386161"/>
            <a:ext cx="30799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為什麼要做 Migration 與官網改版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3771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959620"/>
            <a:ext cx="2622724" cy="19050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06856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現況盤點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60601" y="2386161"/>
            <a:ext cx="30799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現況與各部門使用樣貌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3771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959620"/>
            <a:ext cx="2622724" cy="19050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06856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規劃方向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25083" y="2386161"/>
            <a:ext cx="30799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配置規劃（慈靜）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25083" y="2698031"/>
            <a:ext cx="30799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官網改版設計（湘穎）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172867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394770"/>
            <a:ext cx="8151688" cy="19050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50371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測試時程及支援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6119" y="3821311"/>
            <a:ext cx="86088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三波測試規劃與時程節點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05917"/>
            <a:ext cx="516202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為什麼現在要做 Migration？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3906069" y="1564630"/>
            <a:ext cx="38100" cy="809327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6" name="Text 3"/>
          <p:cNvSpPr/>
          <p:nvPr/>
        </p:nvSpPr>
        <p:spPr>
          <a:xfrm>
            <a:off x="4104977" y="158368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硬體老化，效能下滑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04977" y="1901279"/>
            <a:ext cx="45429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現役 Server 已逾五年使用週期，硬體故障風險逐年升高，效能亦明顯衰退。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06069" y="2619375"/>
            <a:ext cx="38100" cy="582513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9" name="Text 6"/>
          <p:cNvSpPr/>
          <p:nvPr/>
        </p:nvSpPr>
        <p:spPr>
          <a:xfrm>
            <a:off x="4104977" y="2638425"/>
            <a:ext cx="343257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作業系統及資料庫版本即將停止支援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104977" y="2956024"/>
            <a:ext cx="5000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現有版本即將結束官方支援，面臨資安漏洞無法修補的潛在風險。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06069" y="3447306"/>
            <a:ext cx="38100" cy="809327"/>
          </a:xfrm>
          <a:prstGeom prst="rect">
            <a:avLst/>
          </a:prstGeom>
          <a:solidFill>
            <a:srgbClr val="A71818"/>
          </a:solidFill>
          <a:ln/>
        </p:spPr>
      </p:sp>
      <p:sp>
        <p:nvSpPr>
          <p:cNvPr id="12" name="Text 9"/>
          <p:cNvSpPr/>
          <p:nvPr/>
        </p:nvSpPr>
        <p:spPr>
          <a:xfrm>
            <a:off x="4104977" y="3466356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強化營運韌性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104977" y="3783955"/>
            <a:ext cx="45429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呼應今年 Workshop 的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Management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精神，主動檢視硬體配置和備份策略。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9607"/>
            <a:ext cx="494399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現況盤點：Server 基礎架構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797150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988" y="207912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維運現況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474988" y="2453432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台Server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，兩大核心服務。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988" y="2839715"/>
            <a:ext cx="2517874" cy="884634"/>
          </a:xfrm>
          <a:prstGeom prst="roundRect">
            <a:avLst>
              <a:gd name="adj" fmla="val 38461"/>
            </a:avLst>
          </a:prstGeom>
          <a:solidFill>
            <a:srgbClr val="5D5C5C"/>
          </a:solidFill>
          <a:ln/>
        </p:spPr>
      </p:sp>
      <p:sp>
        <p:nvSpPr>
          <p:cNvPr id="7" name="Text 5"/>
          <p:cNvSpPr/>
          <p:nvPr/>
        </p:nvSpPr>
        <p:spPr>
          <a:xfrm>
            <a:off x="3616747" y="298147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資料庫運算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16747" y="3355777"/>
            <a:ext cx="2691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承載約 30 個資料庫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34621" y="2839715"/>
            <a:ext cx="2517949" cy="884634"/>
          </a:xfrm>
          <a:prstGeom prst="roundRect">
            <a:avLst>
              <a:gd name="adj" fmla="val 38461"/>
            </a:avLst>
          </a:prstGeom>
          <a:solidFill>
            <a:srgbClr val="5D5C5C"/>
          </a:solidFill>
          <a:ln/>
        </p:spPr>
      </p:sp>
      <p:sp>
        <p:nvSpPr>
          <p:cNvPr id="10" name="Text 8"/>
          <p:cNvSpPr/>
          <p:nvPr/>
        </p:nvSpPr>
        <p:spPr>
          <a:xfrm>
            <a:off x="6276380" y="298147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會計官網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76380" y="3355777"/>
            <a:ext cx="2691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知識入口與文件查詢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3382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各部門使用樣貌分類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732062"/>
            <a:ext cx="8151763" cy="2041773"/>
          </a:xfrm>
          <a:prstGeom prst="roundRect">
            <a:avLst>
              <a:gd name="adj" fmla="val 10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7368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1104" y="1736824"/>
            <a:ext cx="1688678" cy="406450"/>
          </a:xfrm>
          <a:prstGeom prst="roundRect">
            <a:avLst>
              <a:gd name="adj" fmla="val 5232"/>
            </a:avLst>
          </a:prstGeom>
          <a:solidFill>
            <a:srgbClr val="5D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2863" y="1826642"/>
            <a:ext cx="1859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時段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9783" y="1736824"/>
            <a:ext cx="2812256" cy="406450"/>
          </a:xfrm>
          <a:prstGeom prst="rect">
            <a:avLst/>
          </a:prstGeom>
          <a:solidFill>
            <a:srgbClr val="5D5C5C"/>
          </a:solidFill>
          <a:ln/>
        </p:spPr>
      </p:sp>
      <p:sp>
        <p:nvSpPr>
          <p:cNvPr id="8" name="Text 6"/>
          <p:cNvSpPr/>
          <p:nvPr/>
        </p:nvSpPr>
        <p:spPr>
          <a:xfrm>
            <a:off x="2333923" y="1826642"/>
            <a:ext cx="298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作業類型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2039" y="1736824"/>
            <a:ext cx="1458218" cy="406450"/>
          </a:xfrm>
          <a:prstGeom prst="rect">
            <a:avLst/>
          </a:prstGeom>
          <a:solidFill>
            <a:srgbClr val="5D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146179" y="1826642"/>
            <a:ext cx="1627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負載狀況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60257" y="1736824"/>
            <a:ext cx="2182862" cy="406450"/>
          </a:xfrm>
          <a:prstGeom prst="rect">
            <a:avLst/>
          </a:prstGeom>
          <a:solidFill>
            <a:srgbClr val="5D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397" y="1826642"/>
            <a:ext cx="23541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主要使用部門或情境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14327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863" y="2233092"/>
            <a:ext cx="1859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月底至月初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3923" y="2233092"/>
            <a:ext cx="298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月結作業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6179" y="2233092"/>
            <a:ext cx="1627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🔴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高峰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4397" y="2233092"/>
            <a:ext cx="23541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881" y="254972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2863" y="2639541"/>
            <a:ext cx="1859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每週/季固定日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3923" y="2639541"/>
            <a:ext cx="298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週批次（資料更新、對帳、報稅）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46179" y="2639541"/>
            <a:ext cx="1627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🟡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中等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04397" y="2639541"/>
            <a:ext cx="23541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0881" y="295617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2863" y="3045991"/>
            <a:ext cx="1859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月中 10–20 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3923" y="3045991"/>
            <a:ext cx="298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日常作業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6179" y="3045991"/>
            <a:ext cx="1627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🟢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平穩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04397" y="3045991"/>
            <a:ext cx="23541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36262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863" y="3452440"/>
            <a:ext cx="18599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不定期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3923" y="3452440"/>
            <a:ext cx="2981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盤點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46179" y="3452440"/>
            <a:ext cx="1627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🔴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高峰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4397" y="3452440"/>
            <a:ext cx="23541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119" y="39333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規劃 Migration 測試與切換窗口時，將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避開紅色高峰期、集中在綠色平穩時段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，盡量降低對各部門日常作業的影響。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0240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為什麼要改版官網？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37976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改版前（現況）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75406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官網架構已經x年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TKMS 上線後，查找習慣已改變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資訊不一致，查找效率低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37976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改版後（方向）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749701" y="275406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官網作為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導航入口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，快速導流與分類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TKMS 作為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內容庫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，集中維護內容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改善使用者體驗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64852"/>
            <a:ext cx="3571503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Waves of Testing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929878"/>
            <a:ext cx="7947794" cy="357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87631" y="1167021"/>
            <a:ext cx="1619457" cy="22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～ 6 月底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87631" y="1453838"/>
            <a:ext cx="1619457" cy="15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資料庫平行測試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1445" y="2052785"/>
            <a:ext cx="308071" cy="308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45307" y="3849388"/>
            <a:ext cx="1627099" cy="22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～ 7 月底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45307" y="4136204"/>
            <a:ext cx="1627099" cy="15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官網連結測試 &amp; 上線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122" y="3176169"/>
            <a:ext cx="308071" cy="3080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9489" y="1140274"/>
            <a:ext cx="1619456" cy="22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～ 年底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349489" y="1427090"/>
            <a:ext cx="1619456" cy="15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功能轉換測試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6229" y="2022216"/>
            <a:ext cx="308071" cy="3080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8066" y="4611588"/>
            <a:ext cx="84049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8589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Need Your Support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200635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315367" y="2026295"/>
            <a:ext cx="4518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56816" y="205501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平行測試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6816" y="2372618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提供操作說明文件或窗口支援，同仁只需在新環境上執行日常作業進行測試即可。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2433" y="200635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091681" y="2026295"/>
            <a:ext cx="4518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733130" y="205501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測試期避開高峰期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33130" y="2372618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降低對日常作業與同仁工作的影響。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48747" y="200635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867995" y="2026295"/>
            <a:ext cx="451842" cy="279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509445" y="205501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D5C5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備援機制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09445" y="2372618"/>
            <a:ext cx="25956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D5C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若測試異常，舊環境保留作為備援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12529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F9D93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427586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38970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IT負責大部分工作，也感謝主管協助同仁預留必要時間配合測試。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19461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79722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2026-05-17T17:44:05Z</dcterms:created>
  <dcterms:modified xsi:type="dcterms:W3CDTF">2026-05-17T17:44:05Z</dcterms:modified>
</cp:coreProperties>
</file>